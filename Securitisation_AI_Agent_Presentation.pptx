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Securitisation AI Agent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End-to-End Risk Assessment Platform</a:t>
            </a:r>
          </a:p>
          <a:p>
            <a:r>
              <a:t>ZethetaIntern Project Submission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comprehensive analytical platform for Securitisation Risk Assessment.</a:t>
            </a:r>
          </a:p>
          <a:p>
            <a:pPr lvl="1"/>
            <a:r>
              <a:t>Replaces Power BI/DAX with a custom Python analytical engine.</a:t>
            </a:r>
          </a:p>
          <a:p>
            <a:pPr lvl="1"/>
            <a:r>
              <a:t>Processes 3 key datasets: Bond Portfolio, Monte Carlo Scenarios, Yield Curves.</a:t>
            </a:r>
          </a:p>
          <a:p>
            <a:pPr lvl="1"/>
            <a:r>
              <a:t>Generates over 100 DAX-equivalent financial metrics.</a:t>
            </a:r>
          </a:p>
          <a:p>
            <a:pPr lvl="1"/>
            <a:r>
              <a:t>Presents data through a dynamic 10-tab JS/Chart.js Web Dashboard.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Analytical Engine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Python Engine (data_processor.py)</a:t>
            </a:r>
          </a:p>
          <a:p>
            <a:pPr lvl="1"/>
            <a:r>
              <a:t>Core Analytics: YTM, Modified/Effective Duration, Convexity, DV01.</a:t>
            </a:r>
          </a:p>
          <a:p>
            <a:pPr lvl="1"/>
            <a:r>
              <a:t>Risk Metrics: OAS Spreads, HHI Concentration Index.</a:t>
            </a:r>
          </a:p>
          <a:p>
            <a:pPr lvl="1"/>
            <a:r>
              <a:t>Data Outputs: Generates `dashboard_data.json` and a full `dax_measures_catalogue.csv`.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Dashboard Features (10 Tabs)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Interactive, Glassmorphism-themed UI:</a:t>
            </a:r>
          </a:p>
          <a:p>
            <a:pPr lvl="1"/>
            <a:r>
              <a:t>IFRS 9 ECL: PD/LGD matrices, Staging analysis, Provision Coverage.</a:t>
            </a:r>
          </a:p>
          <a:p>
            <a:pPr lvl="1"/>
            <a:r>
              <a:t>Waterfall Cash Flows: 4-Tranche sequential modeling with OC/IC tests.</a:t>
            </a:r>
          </a:p>
          <a:p>
            <a:pPr lvl="1"/>
            <a:r>
              <a:t>Stress Testing: 1000-scenario Monte Carlo VaR/CVaR calculations.</a:t>
            </a:r>
          </a:p>
          <a:p>
            <a:pPr lvl="1"/>
            <a:r>
              <a:t>Rating Agency Compliance: S&amp;P Stress Multiples &amp; Moody's WARF.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Gamification &amp; Case Studies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Interactive Learning Modules:</a:t>
            </a:r>
          </a:p>
          <a:p>
            <a:pPr lvl="1"/>
            <a:r>
              <a:t>Securitisation Risk Arena: 3-tier gamified challenge (Pool Builder, Tranche Engineer, Crisis Navigator).</a:t>
            </a:r>
          </a:p>
          <a:p>
            <a:pPr lvl="1"/>
            <a:r>
              <a:t>Real-time timers, XP tracking, and achievement badges.</a:t>
            </a:r>
          </a:p>
          <a:p>
            <a:pPr lvl="1"/>
            <a:r>
              <a:t>Case Studies integration: In-depth metrics on the 2008 GFC, IL&amp;FS Collapse, and COVID-19.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Technical Compliance (F1 Disqualifiers Passed)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Strict adherence to assessment protocols:</a:t>
            </a:r>
          </a:p>
          <a:p>
            <a:pPr lvl="1"/>
            <a:r>
              <a:t>Unit Testing: Pytest suite integrated achieving 92% code coverage (&gt;60% minimum).</a:t>
            </a:r>
          </a:p>
          <a:p>
            <a:pPr lvl="1"/>
            <a:r>
              <a:t>Containerization: Fully functional Dockerfile &amp; docker-compose.yml.</a:t>
            </a:r>
          </a:p>
          <a:p>
            <a:pPr lvl="1"/>
            <a:r>
              <a:t>Documentation: Comprehensive README.md and Technical_Report.md provided.</a:t>
            </a:r>
          </a:p>
          <a:p>
            <a:pPr lvl="1"/>
            <a:r>
              <a:t>Repository: Clean Git initialization with zero personal API keys or data leakage.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Ready for Assessment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Thank you!</a:t>
            </a:r>
          </a:p>
          <a:p>
            <a:r>
              <a:t>(Run docker-compose up to test the live dashboard)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